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mention outstation base distance is still being finalized.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DriveMatch Marketplace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On-demand professional driver marketplace revenue grew 12% quarter over quarter.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Pricing Model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Package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Price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Local (3 hr min)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₹300 + ₹100/hr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Outstation min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₹1,000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Finalize distance cap policy by 01-Jan-2026.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2026-07-29T15:17:30Z</dcterms:created>
  <dcterms:modified xsi:type="dcterms:W3CDTF">2026-07-29T15:17:30Z</dcterms:modified>
</cp:coreProperties>
</file>